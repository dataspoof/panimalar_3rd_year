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739" autoAdjust="0"/>
  </p:normalViewPr>
  <p:slideViewPr>
    <p:cSldViewPr snapToGrid="0">
      <p:cViewPr varScale="1">
        <p:scale>
          <a:sx n="66" d="100"/>
          <a:sy n="66" d="100"/>
        </p:scale>
        <p:origin x="1301" y="43"/>
      </p:cViewPr>
      <p:guideLst/>
    </p:cSldViewPr>
  </p:slideViewPr>
  <p:notesTextViewPr>
    <p:cViewPr>
      <p:scale>
        <a:sx n="1" d="1"/>
        <a:sy n="1" d="1"/>
      </p:scale>
      <p:origin x="0" y="-29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6F177-AA65-45E9-9974-73FABF0D1FEA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6947-1027-4F35-ACCC-81FB0D63A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5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 in this video </a:t>
            </a:r>
            <a:r>
              <a:rPr lang="en-US" dirty="0" err="1"/>
              <a:t>i</a:t>
            </a:r>
            <a:r>
              <a:rPr lang="en-US" dirty="0"/>
              <a:t> am going to talk about a project which is blend of cybersecurity and deep learning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6947-1027-4F35-ACCC-81FB0D63AB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240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you ever heard of malware (a bad software) like viruses, ransomware, or spyware.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6947-1027-4F35-ACCC-81FB0D63AB2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735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cybercriminals are getting smarter. Imagine cybercriminals instead of putting malware directly on the disk, which antivirus software scans all the time…</a:t>
            </a:r>
          </a:p>
          <a:p>
            <a:r>
              <a:rPr lang="en-US" dirty="0"/>
              <a:t>they hide it in a sneakier place: your computer’s memory let us say RAM."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6947-1027-4F35-ACCC-81FB0D63AB2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493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"This type of malware is called obfuscated malware. In simple words you can say a criminal changing clothes and hiding inside a crowded party—it blends in, moves fast, and disappears before anyone notices!"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6947-1027-4F35-ACCC-81FB0D63AB2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305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"So, how do we detect this kind of secret threat?</a:t>
            </a:r>
          </a:p>
          <a:p>
            <a:endParaRPr lang="en-US" dirty="0"/>
          </a:p>
          <a:p>
            <a:r>
              <a:rPr lang="en-US" dirty="0"/>
              <a:t>Well, that’s where a really cool dataset comes in: CIC-MalMem-2022."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6947-1027-4F35-ACCC-81FB0D63AB2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546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"This dataset was built by researchers who ran both normal programs and malicious programs on a Windows 10 system.</a:t>
            </a:r>
          </a:p>
          <a:p>
            <a:endParaRPr lang="en-US" dirty="0"/>
          </a:p>
          <a:p>
            <a:r>
              <a:rPr lang="en-US" dirty="0"/>
              <a:t>While they ran, they captured snapshots of computer memory—like taking photos of what's happening inside your RAM</a:t>
            </a:r>
          </a:p>
          <a:p>
            <a:endParaRPr lang="en-US" dirty="0"/>
          </a:p>
          <a:p>
            <a:r>
              <a:rPr lang="en-US" dirty="0"/>
              <a:t>"The dataset includes thousands of samples from three big malware categories:</a:t>
            </a:r>
          </a:p>
          <a:p>
            <a:r>
              <a:rPr lang="en-US" dirty="0"/>
              <a:t>✅ Trojans ✅ Spyware ✅ Ransomware …plus clean samples too."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6947-1027-4F35-ACCC-81FB0D63AB2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376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"Each snapshot includes 55 technical features "Let me show you some of these features in simple terms:"</a:t>
            </a:r>
          </a:p>
          <a:p>
            <a:endParaRPr lang="en-US" dirty="0"/>
          </a:p>
          <a:p>
            <a:r>
              <a:rPr lang="en-US" dirty="0"/>
              <a:t>pslist.nproc – First up, we’ve got the number of processes running on the system. Think of it as: how many apps or background tasks are open right now.</a:t>
            </a:r>
          </a:p>
          <a:p>
            <a:endParaRPr lang="en-US" dirty="0"/>
          </a:p>
          <a:p>
            <a:r>
              <a:rPr lang="en-US" dirty="0" err="1"/>
              <a:t>pslist.nppid</a:t>
            </a:r>
            <a:r>
              <a:rPr lang="en-US" dirty="0"/>
              <a:t> – Then we check how many of those processes are linked to a parent. Just like people have parents, programs can be launched by other programs.</a:t>
            </a:r>
          </a:p>
          <a:p>
            <a:endParaRPr lang="en-US" dirty="0"/>
          </a:p>
          <a:p>
            <a:r>
              <a:rPr lang="en-US" dirty="0" err="1"/>
              <a:t>pslist.avg_threads</a:t>
            </a:r>
            <a:r>
              <a:rPr lang="en-US" dirty="0"/>
              <a:t> – This one tells us how many threads are running, on average, per process. A thread is like a tiny worker doing part of a job—so more threads means more multitasking!</a:t>
            </a:r>
          </a:p>
          <a:p>
            <a:endParaRPr lang="en-US" dirty="0"/>
          </a:p>
          <a:p>
            <a:r>
              <a:rPr lang="en-US" dirty="0"/>
              <a:t>pslist.nprocs64bit – Here, we count how many of those running processes are 64-bit. That usually means they’re modern and powerful—but malware can pretend too.</a:t>
            </a:r>
          </a:p>
          <a:p>
            <a:endParaRPr lang="en-US" dirty="0"/>
          </a:p>
          <a:p>
            <a:r>
              <a:rPr lang="en-US" dirty="0" err="1"/>
              <a:t>pslist.avg_handlers</a:t>
            </a:r>
            <a:r>
              <a:rPr lang="en-US" dirty="0"/>
              <a:t> – Finally, we look at how many handles, or system access points, each process is using.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6947-1027-4F35-ACCC-81FB0D63AB2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272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question is what is handles let me explain you in simple words</a:t>
            </a:r>
          </a:p>
          <a:p>
            <a:endParaRPr lang="en-US" dirty="0"/>
          </a:p>
          <a:p>
            <a:r>
              <a:rPr lang="en-US" dirty="0"/>
              <a:t>➡️ let us say, When a program wants to access a file, a network port, a folder, or a piece of memory,</a:t>
            </a:r>
          </a:p>
          <a:p>
            <a:r>
              <a:rPr lang="en-US" dirty="0"/>
              <a:t>the operating system gives it a handle—kind of like a keycard or access token.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handle is a unique identifier that a program uses to interact with a system resource.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6947-1027-4F35-ACCC-81FB0D63AB2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678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dlllist.ndlls</a:t>
            </a:r>
            <a:r>
              <a:rPr lang="en-US" dirty="0"/>
              <a:t> – number of dynamic libraries loaded</a:t>
            </a:r>
          </a:p>
          <a:p>
            <a:endParaRPr lang="en-US" dirty="0"/>
          </a:p>
          <a:p>
            <a:r>
              <a:rPr lang="en-US" dirty="0" err="1"/>
              <a:t>handles.nhandles</a:t>
            </a:r>
            <a:r>
              <a:rPr lang="en-US" dirty="0"/>
              <a:t> – This tells us how many system access points are open—like files, ports, or devices. If a program is holding onto a ton of these, something fishy might be going 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ldrmodules.not_in_load</a:t>
            </a:r>
            <a:r>
              <a:rPr lang="en-US" dirty="0"/>
              <a:t> – Okay, now it gets sneaky. This tracks modules that are running but not loaded the normal way. It's like finding someone inside your house who didn’t come through the front door. 🚪😨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malfind.ninjections</a:t>
            </a:r>
            <a:r>
              <a:rPr lang="en-US" dirty="0"/>
              <a:t> –  This tells us how many pieces of suspicious code have been injected into running 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6947-1027-4F35-ACCC-81FB0D63AB2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475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psxview.not_in_pslist</a:t>
            </a:r>
            <a:r>
              <a:rPr lang="en-US" dirty="0"/>
              <a:t> –  Hidden processes alert! These are programs that are actually running but don’t show up in the normal task list. Stealth mode: 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svcscan.kernel_drivers</a:t>
            </a:r>
            <a:r>
              <a:rPr lang="en-US" dirty="0"/>
              <a:t> – These are services running deep inside the system’s core. Think of them like super-powerful drivers. Legit software needs them—but so does high-level malware.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callbacks.nanonymous</a:t>
            </a:r>
            <a:r>
              <a:rPr lang="en-US" dirty="0"/>
              <a:t> – anonymous functions (which can be dangerous!)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US" dirty="0"/>
          </a:p>
          <a:p>
            <a:r>
              <a:rPr lang="en-US" dirty="0"/>
              <a:t>These features can help us train deep learning models to spot the difference between normal and malicious behavior… just by looking at RAM!"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6947-1027-4F35-ACCC-81FB0D63AB2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971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16F2-F50A-B488-67C3-D56F6F32A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1E920-B033-7279-3320-E80EED9F8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64B7C-B134-417E-4FA9-4389C082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860D9-9DC9-8BD9-E42D-B6256B22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025AF-42A0-D1FA-BEFC-FF0C62AE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71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FD98-1FAA-B38E-84E7-AFCAA66B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CE5E-4426-1D41-DA4D-34C9A3711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B2F8F-56C4-6A99-E5F4-80AD37F99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39F41-969A-CB75-B330-69058881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1F329-BB1D-B7EF-57C8-DD86BD8A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85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78A6-804C-C7B9-A15E-6B746651E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B76AD-B9BE-818D-2E47-0C24F887C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84D18-BF29-8CEB-27C1-19FD06D34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C57BB-5967-E11B-BFDA-6F8DBF508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915EB-CE95-62A2-9154-A5C6A8CA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536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FEBEB-7827-D51A-FB09-CEBE6BDC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8FB85-A490-A84F-27F1-A39082C3B8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6853C-B8A2-FFDC-89EE-872361A81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7DA46-FE9B-BC79-D572-A4F85AE59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74BFD-4EBB-3044-AC02-A3C22397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4660D-0795-2744-54F3-9A625CC9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98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D913F-4B2F-0024-8D6E-9F2DF550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032A4-7F65-9450-B63B-942E98037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E695C-1526-4E72-ECCE-201A3C46E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391757-3C0B-B0F5-7AF3-0348D4833A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74BE2-1950-2FBD-B422-F445FC631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B81979-C649-026A-5C1E-FE71FCDAC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8ACC7-0971-F545-E1A1-CA79C782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596502-3E74-B54B-0373-C4CD5EC3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88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C848-F446-06E0-F0AF-9D0FDDBA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93B99-2B7A-81D9-CAEF-3C415C10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6F28A-66F2-6273-8648-BED1F0FF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03513-5AC6-AE49-8F95-9001AF15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20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2C1F6-5028-4976-32F0-79C33051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CC531C-C029-EF2A-3CC2-3EA4CCA3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BF9A6-5F43-0EE9-D2F4-FE430884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80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E519-9DDB-0C09-7E40-89A225495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32AF1-82FC-684A-5E03-B9DE77A0A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859A9-02E8-F52C-A9A7-FE297D88B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8232D-9B98-284F-1C56-6E92EB7F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CF165-F5A1-ACC6-E65B-EA3C680F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B4E89-3F75-9C56-411E-15FBE1F7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6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FF09C-4C54-240E-46B6-E9735ED6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D39B4-DB23-C4EF-114E-8241001C6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F6D58-2783-B50B-3583-7E67C5FDD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3DD80-7A27-7B8E-F793-FFD3A9FE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48479-2B60-CD50-0346-B7D9C10A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9264B-8315-BF01-862D-3CCEB86C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49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EAB5-E657-7590-7AB5-F22F9028C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C7E9B-7796-AAEC-3ADD-1E9A179E3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5D570-A2B5-2843-E608-2C74EE8E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38283-0545-4AB1-26EE-78600114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A8681-1A51-EE79-095B-676E00C6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84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0D577-C390-E454-AF38-74C4A71D8D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284E0-CAB9-C536-A00D-EB8A01A57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FB95E-3895-CCA0-B84D-F3B794B5B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831B9-1070-F12E-D80A-0746FB63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410F2-B39E-5845-D9F8-70F15D467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41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9D7B48-40DE-38D3-E0F4-6A36007E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835BE-F1DD-91BE-D128-1EFEC1160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50D2-3857-D862-DA3E-8B6F225F0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9D038-5319-465E-A634-82C8A37F0499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C457D-B370-702D-A135-123356CBD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A270A-302A-AF50-4285-41432CAE9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E1850-A62C-4836-A9D0-A879A9EE1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495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7388-790E-714D-CB48-8EDD5D877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Neural Network Project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1B3CF1A6-FF68-A24D-3FF7-E0E9AA74A61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5844" y="3701844"/>
            <a:ext cx="3073859" cy="30738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16578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B6A9C-A66B-98B6-7ABD-C48B74BF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Malware</a:t>
            </a:r>
          </a:p>
        </p:txBody>
      </p:sp>
      <p:pic>
        <p:nvPicPr>
          <p:cNvPr id="5" name="Content Placeholder 4" descr="A red sign with white text&#10;&#10;AI-generated content may be incorrect.">
            <a:extLst>
              <a:ext uri="{FF2B5EF4-FFF2-40B4-BE49-F238E27FC236}">
                <a16:creationId xmlns:a16="http://schemas.microsoft.com/office/drawing/2014/main" id="{A6BF006A-C4BC-6FF3-CB72-6F6A29119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1180" y="1690688"/>
            <a:ext cx="6527007" cy="4351338"/>
          </a:xfrm>
        </p:spPr>
      </p:pic>
      <p:pic>
        <p:nvPicPr>
          <p:cNvPr id="8" name="Camera 7">
            <a:extLst>
              <a:ext uri="{FF2B5EF4-FFF2-40B4-BE49-F238E27FC236}">
                <a16:creationId xmlns:a16="http://schemas.microsoft.com/office/drawing/2014/main" id="{D677F3C2-5345-F61D-1342-7960D8DB1A5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35844" y="3701844"/>
            <a:ext cx="3073859" cy="30738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96354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in a hoodie holding a computer&#10;&#10;AI-generated content may be incorrect.">
            <a:extLst>
              <a:ext uri="{FF2B5EF4-FFF2-40B4-BE49-F238E27FC236}">
                <a16:creationId xmlns:a16="http://schemas.microsoft.com/office/drawing/2014/main" id="{D73E4E5E-C2C8-26BB-4C52-455F97703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879" y="1253331"/>
            <a:ext cx="6519920" cy="4351338"/>
          </a:xfrm>
        </p:spPr>
      </p:pic>
      <p:pic>
        <p:nvPicPr>
          <p:cNvPr id="8" name="Camera 7">
            <a:extLst>
              <a:ext uri="{FF2B5EF4-FFF2-40B4-BE49-F238E27FC236}">
                <a16:creationId xmlns:a16="http://schemas.microsoft.com/office/drawing/2014/main" id="{738E7A4C-0DD9-E059-0387-671102E930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35844" y="3701844"/>
            <a:ext cx="3073859" cy="30738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25271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0500-C154-8BD8-0029-887CCA694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Obfuscated malware</a:t>
            </a:r>
          </a:p>
        </p:txBody>
      </p:sp>
      <p:pic>
        <p:nvPicPr>
          <p:cNvPr id="8" name="Content Placeholder 7" descr="A cartoon of a person in a mask and striped shirt&#10;&#10;AI-generated content may be incorrect.">
            <a:extLst>
              <a:ext uri="{FF2B5EF4-FFF2-40B4-BE49-F238E27FC236}">
                <a16:creationId xmlns:a16="http://schemas.microsoft.com/office/drawing/2014/main" id="{B29275F3-D96B-29AE-C91E-859FBE6D6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2291" y="1941373"/>
            <a:ext cx="6527007" cy="4351338"/>
          </a:xfrm>
        </p:spPr>
      </p:pic>
      <p:pic>
        <p:nvPicPr>
          <p:cNvPr id="6" name="Camera 5">
            <a:extLst>
              <a:ext uri="{FF2B5EF4-FFF2-40B4-BE49-F238E27FC236}">
                <a16:creationId xmlns:a16="http://schemas.microsoft.com/office/drawing/2014/main" id="{56FA3A2F-7F3A-2DD3-A1FA-F656B465CAA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35844" y="3701844"/>
            <a:ext cx="3073859" cy="30738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4317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2A8A0-A33B-D7BB-D49A-CE37C0313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2766218"/>
            <a:ext cx="10515600" cy="1325563"/>
          </a:xfrm>
        </p:spPr>
        <p:txBody>
          <a:bodyPr/>
          <a:lstStyle/>
          <a:p>
            <a:r>
              <a:rPr lang="en-IN" dirty="0"/>
              <a:t>How to detect this secret threat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B54BC3C6-1CB3-5F37-3106-1DCAE42ECDF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5844" y="3701844"/>
            <a:ext cx="3073859" cy="30738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0799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06A2-3D9C-E5F2-9470-D2D16C7D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CIC-MalMem-2022</a:t>
            </a:r>
          </a:p>
        </p:txBody>
      </p:sp>
      <p:pic>
        <p:nvPicPr>
          <p:cNvPr id="9" name="Content Placeholder 8" descr="Two men in lab coats pointing at a computer screen&#10;&#10;AI-generated content may be incorrect.">
            <a:extLst>
              <a:ext uri="{FF2B5EF4-FFF2-40B4-BE49-F238E27FC236}">
                <a16:creationId xmlns:a16="http://schemas.microsoft.com/office/drawing/2014/main" id="{A0C24BAB-FA0F-8542-4B69-9B7FDC2E5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1851" y="1825625"/>
            <a:ext cx="6527007" cy="4351338"/>
          </a:xfrm>
        </p:spPr>
      </p:pic>
      <p:pic>
        <p:nvPicPr>
          <p:cNvPr id="12" name="Camera 11">
            <a:extLst>
              <a:ext uri="{FF2B5EF4-FFF2-40B4-BE49-F238E27FC236}">
                <a16:creationId xmlns:a16="http://schemas.microsoft.com/office/drawing/2014/main" id="{2B565EA3-44CC-B8DC-C0F4-6C69C6924A3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35844" y="3701844"/>
            <a:ext cx="3073859" cy="30738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3843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77B7-08BE-7587-8AB7-F79BC778F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in simple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F0A08-0222-B280-13C1-EB3526FA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➡️pslist.nproc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➡️ </a:t>
            </a:r>
            <a:r>
              <a:rPr lang="en-IN" dirty="0" err="1"/>
              <a:t>pslist.avg_threads</a:t>
            </a: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➡️ pslist.nprocs64bit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➡️ </a:t>
            </a:r>
            <a:r>
              <a:rPr lang="en-IN" dirty="0" err="1"/>
              <a:t>pslist.avg_handlers</a:t>
            </a:r>
            <a:endParaRPr lang="en-IN" dirty="0"/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6291D67C-D254-1726-66F9-76262890150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5844" y="3701844"/>
            <a:ext cx="3073859" cy="30738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3372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7D8C-896E-2359-F2B9-D3990388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Now the question what is handlers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5AE97-A694-2453-16CE-2130EF849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230FD6DD-AAD0-BC4B-E6D4-0D14E5DB986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5844" y="3701844"/>
            <a:ext cx="3073859" cy="30738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94381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927C-1534-3A5B-9762-705EB589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in simple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6F46A-F7EC-CD2F-C18C-36DD6FB1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➡️</a:t>
            </a:r>
            <a:r>
              <a:rPr lang="en-IN" dirty="0" err="1"/>
              <a:t>dlllist.ndlls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➡️ </a:t>
            </a:r>
            <a:r>
              <a:rPr lang="en-IN" dirty="0" err="1"/>
              <a:t>handles.nhandles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➡️ </a:t>
            </a:r>
            <a:r>
              <a:rPr lang="en-IN" dirty="0" err="1"/>
              <a:t>ldrmodules.not_in_load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➡️ </a:t>
            </a:r>
            <a:r>
              <a:rPr lang="en-IN" dirty="0" err="1"/>
              <a:t>malfind.ninjections</a:t>
            </a:r>
            <a:endParaRPr lang="en-IN" dirty="0"/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922FF08D-F962-63E7-426A-17179140136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5844" y="3701844"/>
            <a:ext cx="3073859" cy="30738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7763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6D5F-FEB7-646C-1980-06F376585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267D1-777D-BDDD-61D6-1BE6EB9B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in simple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A36BA-0FBD-F1EF-FA6D-4C7DE170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➡️</a:t>
            </a:r>
            <a:r>
              <a:rPr lang="en-IN" dirty="0" err="1"/>
              <a:t>psxview.not_in_pslist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➡️ </a:t>
            </a:r>
            <a:r>
              <a:rPr lang="en-IN" dirty="0" err="1"/>
              <a:t>svcscan.kernel_drivers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➡️ </a:t>
            </a:r>
            <a:r>
              <a:rPr lang="en-IN" dirty="0" err="1"/>
              <a:t>callbacks.nanonymous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49AE38D9-3A30-1612-9B31-9DEFB85A36C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5844" y="3701844"/>
            <a:ext cx="3073859" cy="307385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265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787</Words>
  <Application>Microsoft Office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Neural Network Project</vt:lpstr>
      <vt:lpstr>Malware</vt:lpstr>
      <vt:lpstr>PowerPoint Presentation</vt:lpstr>
      <vt:lpstr>Obfuscated malware</vt:lpstr>
      <vt:lpstr>How to detect this secret threat</vt:lpstr>
      <vt:lpstr>CIC-MalMem-2022</vt:lpstr>
      <vt:lpstr>Features in simple terms</vt:lpstr>
      <vt:lpstr>Now the question what is handlers</vt:lpstr>
      <vt:lpstr>Features in simple terms</vt:lpstr>
      <vt:lpstr>Features in simple terms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Singh</dc:creator>
  <cp:lastModifiedBy>Abhishek Singh</cp:lastModifiedBy>
  <cp:revision>5</cp:revision>
  <dcterms:created xsi:type="dcterms:W3CDTF">2025-06-25T01:40:58Z</dcterms:created>
  <dcterms:modified xsi:type="dcterms:W3CDTF">2025-06-25T02:30:58Z</dcterms:modified>
</cp:coreProperties>
</file>